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Student Portfolio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Project Based Learning (FWD)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Name: M. Jagadish Krishna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Roll No: 2520030165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Cluster: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 web-based platform that allows students to create and manage digital portfolios.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Students can showcase education, projects, skills and certificates.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Create digital student portfolios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Manage education, projects and skills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Generate downloadable resumes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HTML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CSS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JavaScript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Tailwind CSS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Local Storage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HTML2PDF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User → Web Interface → JavaScript Logic → Local Storage → Portfolio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Student login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Upload profile and banner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Add education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Add projects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Portfolio preview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Resume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Login Module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Dashboard Module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Education Module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Projects Module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Skills Module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Certificate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Professional digital portfolio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Easy profile management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Shareable portfolio 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Database integration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Authentication system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Cloud storage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AI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0972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The system helps students present academic achievements and skills digitally in a professional portfolio.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2026-03-09T17:34:02Z</dcterms:modified>
  <cp:category/>
</cp:coreProperties>
</file>